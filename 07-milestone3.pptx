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241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2412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D5EFF0"/>
                </a:solidFill>
                <a:latin typeface="Aptos"/>
              </a:defRPr>
            </a:pPr>
            <a:r>
              <a:t>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52928"/>
            <a:ext cx="8503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88F91"/>
                </a:solidFill>
                <a:latin typeface="Aptos"/>
              </a:defRPr>
            </a:pPr>
            <a:r>
              <a:t>Milestone 1 • Milestone 2 • Milestone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8503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Transforming supply chain data into actionable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81728"/>
            <a:ext cx="8503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02352"/>
            <a:ext cx="8503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CDD5E1"/>
                </a:solidFill>
                <a:latin typeface="Aptos"/>
              </a:defRPr>
            </a:pPr>
            <a:r>
              <a:t>25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Project journey from raw data to business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54533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  Introduction &amp;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96265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  Objectives &amp;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251960"/>
            <a:ext cx="73152" cy="10515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37997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  MILESTONE 1 – Data Preprocessing &amp; EDA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41732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54533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  MILESTONE 2 – EDA &amp; Power BI Supply Chain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346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834640"/>
            <a:ext cx="73152" cy="10515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296265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  MILESTONE 3 – Advanced Supply Chain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25196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37997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  Insights,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data preprocessing to supply chain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Planning, sourcing, manufacturing, transport,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Monitor inventory, suppliers, logistics,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Identify bottlenecks, control costs, and improve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4223D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Data preprocessing and data-quality preparation.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Interactive dashboards and performance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7717E"/>
                </a:solidFill>
                <a:latin typeface="Aptos"/>
              </a:defRPr>
            </a:pPr>
            <a:r>
              <a:t>Milestone 1 → Clean data  •  Milestone 2 → Analysis &amp; dashboards  •  Milestone 3 → Advanced performance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Common challenges in supply chain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Shortages and excess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Delays and logistics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Higher operational expenses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Inefficient inventory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Supplier and product quality 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7432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Reduced customer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11018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4471416"/>
            <a:ext cx="10762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4846320"/>
            <a:ext cx="1076248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Analyze supply chain performance, identify inefficiencies, and support data-driven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and analyze the supply chain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Identify and resolve data-quality issues using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Perform exploratory data analysis to identify patterns and trends.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Develop interactive Power BI dashboards for supply chain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73152" cy="1078992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 supplier, transportation, route, and carrier performance.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Combine key performance indicators to generate actionable optimization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Supply chain dataset used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73152" cy="2057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Type • SKU • Price • Availability • Products Sold •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2697480"/>
            <a:ext cx="73152" cy="2057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Shipping Time • Carrier • Shipping Cost • Transportation Mode •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5864" y="2697480"/>
            <a:ext cx="73152" cy="2057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Supplier &amp;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Supplier • Manufacturing Cost • Lead Time • Inspection • Defect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02936"/>
            <a:ext cx="1058875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577840"/>
            <a:ext cx="10588752" cy="246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Provide the data foundation for preprocessing, analysis, and dashboard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Import &amp;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Initial inspection using Pandas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73152" cy="15087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df.head()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Preview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10712" y="1371600"/>
            <a:ext cx="73152" cy="15087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5304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Rows and columns (1540, 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1371600"/>
            <a:ext cx="73152" cy="150876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df.info()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Data types &amp; null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3416" y="1371600"/>
            <a:ext cx="73152" cy="15087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8008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df.describe()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Statistical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46120"/>
            <a:ext cx="10972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24612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3741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749039"/>
            <a:ext cx="1071676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the dataset structure, data types, missing values, and statistical characteristics before cleaning.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526280"/>
            <a:ext cx="10972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452628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65429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029200"/>
            <a:ext cx="1071676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Identified the data-quality issues that required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Preparing a clean and reliable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1.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Load raw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2. 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Missing values, duplicates, formatting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1371600"/>
            <a:ext cx="73152" cy="164592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3. 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Clean and 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4.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Verify cleaned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5.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Prepare final dataset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4290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2900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5570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93192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Missing values • Duplicates • Data types • Formatting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2628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Clean, structured dataset ready for EDA and Power BI analysis.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52628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 &amp; reliable dataset for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EDA – Complete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10716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Examining, summarizing, cleaning, visualizing, and analyzing data to discover useful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Understand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2514600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19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Univariate / Bivariate / Multivariate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7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79" y="3749039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749039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19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57800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3858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60720"/>
            <a:ext cx="10716768" cy="1280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Cleaned and analyzed data ready for dashboard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Supply Chain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Exploring supply chain performance using cleaned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80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801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081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Inventory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830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Warehouse inventory • Inventory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081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Category &amp; Product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Daily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974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974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Fulfillment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2004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On-time vs delayed delivery • Average delivery time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Variance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2004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Variance = Actual − Target • Orders / Sales / Inventory / On-Time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148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24281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Drill-down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61772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Region → State → City → Warehouse → Product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73152" cy="1143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24281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61772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Defines the analytical focus areas before viewing dashboard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1 – Supply Chain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Monitor overall inventory, revenue, shipping, and fulfillment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89304"/>
            <a:ext cx="7708392" cy="4873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75.62K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3.75M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Turnover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8.84M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5.74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Avg. Shipping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90.38%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Fulfillment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2 – Product &amp; Supplier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Compare product, supplier, quality, and transportation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89304"/>
            <a:ext cx="7708392" cy="4873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4069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Supplier 1: Highest inventory value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Cosmetics: Higher defect values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Pending Inspections: 45.15%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Road Inventory Share: 41.37%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Sales by Supplier &amp; Product Type: Itemized tracking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Carrier Comparison: Shipping time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Key observations from the existing Power BI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Skincare contributes strongly to inventory and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Road has the largest inventory share (41.37%).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5176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On-time fulfillment is 90.38%.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Average shipping time is 5.74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Supplier 1 has the highest inventory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Cosmetics show comparatively higher defect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Which suppliers are performing well and which need improvement?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7040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• Products Sold • Average Price • Stock Levels • Product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7121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4612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8.84M • Products Sold 710.28K • Average Price 48.26 • Stock Levels 75.62K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Summarizes supplier-related sales, product and stock performance in one 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6DA03C-3D8D-2A5E-E8F2-DEE248E9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1133856"/>
            <a:ext cx="7340600" cy="51335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Granular view of stock distribution, product contribution, and supplier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Stock by product type and location, SKU/product detail, supplier records and shipping cost by carrier.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 stock distribution, product contribution and logistics indicators across suppliers and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detailed supplier/product view for identifying areas that need attention.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2EA0A4-4F21-1710-ACE7-6034AD3C5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133856"/>
            <a:ext cx="7808976" cy="51288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Supplier revenue contribution</a:t>
            </a:r>
            <a:br/>
            <a:r>
              <a:t>Product volume</a:t>
            </a:r>
            <a:br/>
            <a:r>
              <a:t>Stock levels</a:t>
            </a:r>
            <a:br/>
            <a:r>
              <a:t>Location distribution</a:t>
            </a:r>
            <a:br/>
            <a:r>
              <a:t>Logistics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Supplier performance should be evaluated using multiple indicators such as sales contribution, stock levels, product contribution, and logistics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A multi-metric supplier view supports more balanced supplier evaluation.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Where are we spending the most on transportation?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Average Shipping Cost 5.67 • Total Revenue 8.84M • 3 Carriers • 5 Suppliers • About 2K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9748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9748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2549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0040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Transportation Mode • Location • Carrier • Supplier •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Shows where transportation spending is concentrated and supports cost comparison.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7B4CEF-F5E9-CC5D-B680-633D83A24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" y="1133856"/>
            <a:ext cx="731337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Explore specific drivers generating high transportation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Shipping cost by transportation mode, location, carrier, route, supplier and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Compare transportation cost across multiple dimensions to locate major cost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Uses comparisons and decomposition to locate major transportation cost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A4264E-E087-A6FD-037B-F9BD02520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9" y="1133856"/>
            <a:ext cx="710214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Shipping costs across modes</a:t>
            </a:r>
            <a:br/>
            <a:r>
              <a:t>Locations</a:t>
            </a:r>
            <a:br/>
            <a:r>
              <a:t>Carriers</a:t>
            </a:r>
            <a:br/>
            <a:r>
              <a:t>Products</a:t>
            </a:r>
            <a:br/>
            <a:r>
              <a:t>Suppliers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Comparing transportation mode, location, and carrier helps identify major cost drivers and potential areas for logistics optimization.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Multi-dimensional cost analysis supports targeted transportation optimization.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Carrier Performance Analysis — compare carrier speed, cost and shipping quantity.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Total Shipments 1,535 • Avg Shipping Time 5.74 • Avg Shipping Cost 5.67 • Total Transportation Cost 811.51K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73152" cy="14173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7340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1089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Carrier shipping time/cost, route shipping time, carrier speed vs cost, order quantity and shipping-time decomposition.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3799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7548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Compares carrier and route performance using a common KPI framework.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C36362-3FE6-410B-9C02-995115DF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33856"/>
            <a:ext cx="7762240" cy="54805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Route Performance Analysis — compare route speed, cost and carrier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Route-level shipping time and cost, route speed-vs-cost comparisons, decomposition and carrier performance by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Balance delivery speed and shipping cost rather than evaluating either measure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Supports evidence-based route and carrier selection.</a:t>
            </a:r>
          </a:p>
        </p:txBody>
      </p:sp>
      <p:pic>
        <p:nvPicPr>
          <p:cNvPr id="25" name="Picture 24" descr="_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720"/>
            <a:ext cx="7843520" cy="4901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Shipping time</a:t>
            </a:r>
            <a:br/>
            <a:r>
              <a:t>Shipping cost</a:t>
            </a:r>
            <a:br/>
            <a:r>
              <a:t>Carrier performance</a:t>
            </a:r>
            <a:br/>
            <a:r>
              <a:t>Route performance</a:t>
            </a:r>
            <a:br/>
            <a:r>
              <a:t>Cost-time trade-offs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Comparing delivery speed and transportation cost together supports better route and carrier selection.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Balanced route and carrier evaluation supports more efficient logistics decisions.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How can supply-chain KPIs be combined for quick performance analysis and decision-making?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188720"/>
            <a:ext cx="4023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On-Time Delivery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246888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59689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Cost per Shipment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9184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3291840"/>
            <a:ext cx="73152" cy="6400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341985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424281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Supplier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93776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493776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506577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Freight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806440"/>
            <a:ext cx="39776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67717E"/>
                </a:solidFill>
                <a:latin typeface="Aptos"/>
              </a:defRPr>
            </a:pPr>
            <a:r>
              <a:t>Purpose: Consolidate core supply chain metrics into a single screen.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16EE36-4CA0-482E-3A67-4A98BEAF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05" y="1316736"/>
            <a:ext cx="6995379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Supplier delivery performance, regional shipping cost, revenue by product type and inspection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Connect delivery, cost, revenue and quality indicators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broader end-to-end view of supply chain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BD4AE8-9393-9818-6F15-82EDDC6A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143000"/>
            <a:ext cx="7647572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integrated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Delivery performance</a:t>
            </a:r>
            <a:br/>
            <a:r>
              <a:t>Transportation cost</a:t>
            </a:r>
            <a:br/>
            <a:r>
              <a:t>Supplier performance</a:t>
            </a:r>
            <a:br/>
            <a:r>
              <a:t>Product revenue</a:t>
            </a:r>
            <a:br/>
            <a:r>
              <a:t>Quality inspection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A unified KPI dashboard provides a consolidated view of operational performance and helps identify bottlenecks across supply chain functions.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Integrated KPIs improve visibility across multiple supply chain functions.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Overall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Integrated insights across all three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Multi-metric supplier evaluation helps identify supplier strengths and improvement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5544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Mode-, location-, and carrier-level analysis helps identify major transportation cost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Route &amp; Carrier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576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Combining delivery time and cost provides a balanced view of logistics efficiency.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Advanced KPI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576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Integrated KPIs provide an overall view of supply chain performance and operational bottlenecks.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Turning dashboard analysis into practical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34747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4223D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93207" cy="28529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• Supplier performance requires multiple performance indicators.</a:t>
            </a:r>
            <a:br/>
            <a:r>
              <a:t>• Transportation costs vary across modes, locations, and carriers.</a:t>
            </a:r>
            <a:br/>
            <a:r>
              <a:t>• Route and carrier efficiency depends on both cost and delivery speed.</a:t>
            </a:r>
            <a:br/>
            <a:r>
              <a:t>• Integrated KPIs improve overall supply chain performance monitoring.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4223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93207" cy="28529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1. Continuously monitor supplier performance scorecards.</a:t>
            </a:r>
            <a:br/>
            <a:r>
              <a:t>2. Review high-cost transportation routes and modes.</a:t>
            </a:r>
            <a:br/>
            <a:r>
              <a:t>3. Select routes and carriers using cost-time trade-offs.</a:t>
            </a:r>
            <a:br/>
            <a:r>
              <a:t>4. Use interactive KPI dashboards for ongoing performance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Focus: Improve visibility → identify bottlenecks → optimize decisions → monitor performance.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raw data to actionable supply chain performance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18872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16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1 – 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Established a clean and structured dataset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31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459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2 – Supply Chain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4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Used EDA and Power BI to identify patterns and monitor operational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914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3 – Advanced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Evaluated supplier, transportation, route, carrier, and KPI performance to support optimization.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66344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66344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79145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166359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Real-time supply chain data streaming and automated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6344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66344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479145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166359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Predictive demand forecasting and machine-learning-based supplier risk assessment.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700" b="1">
                <a:solidFill>
                  <a:srgbClr val="D5EFF0"/>
                </a:solidFill>
                <a:latin typeface="Aptos"/>
              </a:defRPr>
            </a:pPr>
            <a:r>
              <a:t>Supply Chain Visibility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188F91"/>
                </a:solidFill>
                <a:latin typeface="Aptos"/>
              </a:defRPr>
            </a:pPr>
            <a:r>
              <a:t>Data-driven insights for smarter supply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CDD5E1"/>
                </a:solidFill>
                <a:latin typeface="Aptos"/>
              </a:defRPr>
            </a:pPr>
            <a:r>
              <a:t>25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2341</Words>
  <Application>Microsoft Office PowerPoint</Application>
  <PresentationFormat>Widescreen</PresentationFormat>
  <Paragraphs>388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Vijetha</dc:creator>
  <cp:keywords/>
  <dc:description>generated using python-pptx</dc:description>
  <cp:lastModifiedBy>Vijetha A Naik</cp:lastModifiedBy>
  <cp:revision>3</cp:revision>
  <dcterms:created xsi:type="dcterms:W3CDTF">2013-01-27T09:14:16Z</dcterms:created>
  <dcterms:modified xsi:type="dcterms:W3CDTF">2026-08-26T15:16:56Z</dcterms:modified>
  <cp:category/>
</cp:coreProperties>
</file>